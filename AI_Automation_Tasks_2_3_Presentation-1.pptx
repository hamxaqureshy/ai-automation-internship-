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AI Automation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Tasks 2 &amp; 3 — AI Tools Analysis &amp; Skills 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Analyze eight widely used AI tools and understand where each tool is most useful.</a:t>
            </a:r>
          </a:p>
          <a:p>
            <a:pPr>
              <a:spcAft>
                <a:spcPts val="1000"/>
              </a:spcAft>
              <a:defRPr sz="1800"/>
            </a:pPr>
            <a:r>
              <a:t>Apply structured prompt frameworks to create practical prompts for specific AI tools.</a:t>
            </a:r>
          </a:p>
          <a:p>
            <a:pPr>
              <a:spcAft>
                <a:spcPts val="1000"/>
              </a:spcAft>
              <a:defRPr sz="1800"/>
            </a:pPr>
            <a:r>
              <a:t>Identify the skills required for AI Automation and define practical ways to develop them.</a:t>
            </a:r>
          </a:p>
          <a:p>
            <a:pPr>
              <a:spcAft>
                <a:spcPts val="1000"/>
              </a:spcAft>
              <a:defRPr sz="1800"/>
            </a:pPr>
            <a:r>
              <a:t>Present the work as an organized, portfolio-ready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2 —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Tools analyzed: ChatGPT, Gemini, Claude, Kimi, Grok, Perplexity, DeepSeek and Microsoft Copilot.</a:t>
            </a:r>
          </a:p>
          <a:p>
            <a:pPr>
              <a:spcAft>
                <a:spcPts val="1000"/>
              </a:spcAft>
              <a:defRPr sz="1800"/>
            </a:pPr>
            <a:r>
              <a:t>For each tool: purpose, specific tasks, prompt framework, output formats, best use case and benefits.</a:t>
            </a:r>
          </a:p>
          <a:p>
            <a:pPr>
              <a:spcAft>
                <a:spcPts val="1000"/>
              </a:spcAft>
              <a:defRPr sz="1800"/>
            </a:pPr>
            <a:r>
              <a:t>The goal is not to use every tool for everything; the goal is to select the right tool for the right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Different AI Tools?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Different tools have different strengths: general reasoning, long-context work, multimodal understanding, web research, coding or office productivity.</a:t>
            </a:r>
          </a:p>
          <a:p>
            <a:pPr>
              <a:spcAft>
                <a:spcPts val="1000"/>
              </a:spcAft>
              <a:defRPr sz="1800"/>
            </a:pPr>
            <a:r>
              <a:t>Tool selection can improve efficiency, output quality and workflow fit.</a:t>
            </a:r>
          </a:p>
          <a:p>
            <a:pPr>
              <a:spcAft>
                <a:spcPts val="1000"/>
              </a:spcAft>
              <a:defRPr sz="1800"/>
            </a:pPr>
            <a:r>
              <a:t>Using multiple tools also makes it possible to compare outputs and choose the most suitable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Prompt Engineering &amp;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CO-STAR — Context, Objective, Style, Tone, Audience, Response.</a:t>
            </a:r>
          </a:p>
          <a:p>
            <a:pPr>
              <a:spcAft>
                <a:spcPts val="1000"/>
              </a:spcAft>
              <a:defRPr sz="1800"/>
            </a:pPr>
            <a:r>
              <a:t>CRISPE — Capacity/Role, Request, Information, Situation, Personality, Experiment.</a:t>
            </a:r>
          </a:p>
          <a:p>
            <a:pPr>
              <a:spcAft>
                <a:spcPts val="1000"/>
              </a:spcAft>
              <a:defRPr sz="1800"/>
            </a:pPr>
            <a:r>
              <a:t>RISEN — Role, Instructions, Steps, End Goal, Narrowing.</a:t>
            </a:r>
          </a:p>
          <a:p>
            <a:pPr>
              <a:spcAft>
                <a:spcPts val="1000"/>
              </a:spcAft>
              <a:defRPr sz="1800"/>
            </a:pPr>
            <a:r>
              <a:t>RTF — Role, Task, Format.</a:t>
            </a:r>
          </a:p>
          <a:p>
            <a:pPr>
              <a:spcAft>
                <a:spcPts val="1000"/>
              </a:spcAft>
              <a:defRPr sz="1800"/>
            </a:pPr>
            <a:r>
              <a:t>CLEAR, QUEST and APE provide additional structures for constrained, research and productivity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 Prompt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Each of the eight AI tools has a dedicated practical prompt in the Task 2 Excel workbook.</a:t>
            </a:r>
          </a:p>
          <a:p>
            <a:pPr>
              <a:spcAft>
                <a:spcPts val="1000"/>
              </a:spcAft>
              <a:defRPr sz="1800"/>
            </a:pPr>
            <a:r>
              <a:t>Prompts define the role/task, relevant context, constraints and expected output format.</a:t>
            </a:r>
          </a:p>
          <a:p>
            <a:pPr>
              <a:spcAft>
                <a:spcPts val="1000"/>
              </a:spcAft>
              <a:defRPr sz="1800"/>
            </a:pPr>
            <a:r>
              <a:t>Examples cover GitHub workflow planning, AI-tool comparison, learning plans, portfolio ideas, research, coding and Excel productivity.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Task 3 — Skills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Prompt Engineering — create clear and controllable instructions.</a:t>
            </a:r>
          </a:p>
          <a:p>
            <a:pPr>
              <a:spcAft>
                <a:spcPts val="1000"/>
              </a:spcAft>
              <a:defRPr sz="1800"/>
            </a:pPr>
            <a:r>
              <a:t>AI Tool Selection — match the tool to the task.</a:t>
            </a:r>
          </a:p>
          <a:p>
            <a:pPr>
              <a:spcAft>
                <a:spcPts val="1000"/>
              </a:spcAft>
              <a:defRPr sz="1800"/>
            </a:pPr>
            <a:r>
              <a:t>Research &amp; Information Analysis — collect, organize and verify information.</a:t>
            </a:r>
          </a:p>
          <a:p>
            <a:pPr>
              <a:spcAft>
                <a:spcPts val="1000"/>
              </a:spcAft>
              <a:defRPr sz="1800"/>
            </a:pPr>
            <a:r>
              <a:t>Critical Thinking — evaluate AI outputs instead of accepting them blindly.</a:t>
            </a:r>
          </a:p>
          <a:p>
            <a:pPr>
              <a:spcAft>
                <a:spcPts val="1000"/>
              </a:spcAft>
              <a:defRPr sz="1800"/>
            </a:pPr>
            <a:r>
              <a:t>Coding &amp; Debugging — build and troubleshoot practical automation solutions.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More Skills for AI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Automation &amp; Workflow Design — identify repetitive work and design efficient workflows.</a:t>
            </a:r>
          </a:p>
          <a:p>
            <a:pPr>
              <a:spcAft>
                <a:spcPts val="1000"/>
              </a:spcAft>
              <a:defRPr sz="1800"/>
            </a:pPr>
            <a:r>
              <a:t>Data &amp; Spreadsheet Skills — structure data and produce useful reports.</a:t>
            </a:r>
          </a:p>
          <a:p>
            <a:pPr>
              <a:spcAft>
                <a:spcPts val="1000"/>
              </a:spcAft>
              <a:defRPr sz="1800"/>
            </a:pPr>
            <a:r>
              <a:t>Communication &amp; Documentation — explain requirements and results professionally.</a:t>
            </a:r>
          </a:p>
          <a:p>
            <a:pPr>
              <a:spcAft>
                <a:spcPts val="1000"/>
              </a:spcAft>
              <a:defRPr sz="1800"/>
            </a:pPr>
            <a:r>
              <a:t>Problem Solving — break complex tasks into smaller, testable steps.</a:t>
            </a:r>
          </a:p>
          <a:p>
            <a:pPr>
              <a:spcAft>
                <a:spcPts val="1000"/>
              </a:spcAft>
              <a:defRPr sz="1800"/>
            </a:pPr>
            <a:r>
              <a:t>Continuous Learning — keep skills current as AI tools and workflows evolve.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Skill Development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Learn → Practice → Test → Evaluate → Improve → Document → Repeat.</a:t>
            </a:r>
          </a:p>
          <a:p>
            <a:pPr>
              <a:spcAft>
                <a:spcPts val="1000"/>
              </a:spcAft>
              <a:defRPr sz="1800"/>
            </a:pPr>
            <a:r>
              <a:t>Each skill is connected to a practical activity and an expected deliverable.</a:t>
            </a:r>
          </a:p>
          <a:p>
            <a:pPr>
              <a:spcAft>
                <a:spcPts val="1000"/>
              </a:spcAft>
              <a:defRPr sz="1800"/>
            </a:pPr>
            <a:r>
              <a:t>This approach turns theoretical knowledge into measurable, portfolio-ready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Task 2 Excel: AI tools analysis, benefits, prompt frameworks and practical prompt library.</a:t>
            </a:r>
          </a:p>
          <a:p>
            <a:pPr>
              <a:spcAft>
                <a:spcPts val="1000"/>
              </a:spcAft>
              <a:defRPr sz="1800"/>
            </a:pPr>
            <a:r>
              <a:t>Task 3 Excel: skills, importance, practical skill-formation activities and development cycle.</a:t>
            </a:r>
          </a:p>
          <a:p>
            <a:pPr>
              <a:spcAft>
                <a:spcPts val="1000"/>
              </a:spcAft>
              <a:defRPr sz="1800"/>
            </a:pPr>
            <a:r>
              <a:t>README: project overview and repository guide.</a:t>
            </a:r>
          </a:p>
          <a:p>
            <a:pPr>
              <a:spcAft>
                <a:spcPts val="1000"/>
              </a:spcAft>
              <a:defRPr sz="1800"/>
            </a:pPr>
            <a:r>
              <a:t>Presentation: summary of the complete Tasks 2 &amp; 3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Effective AI Automation depends on both tool knowledge and human skills.</a:t>
            </a:r>
          </a:p>
          <a:p>
            <a:pPr>
              <a:spcAft>
                <a:spcPts val="1000"/>
              </a:spcAft>
              <a:defRPr sz="1800"/>
            </a:pPr>
            <a:r>
              <a:t>The best workflow combines the right AI tool, a well-structured prompt, critical evaluation and practical automation thinking.</a:t>
            </a:r>
          </a:p>
          <a:p>
            <a:pPr>
              <a:spcAft>
                <a:spcPts val="1000"/>
              </a:spcAft>
              <a:defRPr sz="1800"/>
            </a:pPr>
            <a:r>
              <a:t>Tasks 2 and 3 together provide a foundation for continued AI Automation learning and project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